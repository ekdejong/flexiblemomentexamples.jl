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1879"/>
    <p:restoredTop sz="94676"/>
  </p:normalViewPr>
  <p:slideViewPr>
    <p:cSldViewPr snapToGrid="0">
      <p:cViewPr varScale="1">
        <p:scale>
          <a:sx n="87" d="100"/>
          <a:sy n="87" d="100"/>
        </p:scale>
        <p:origin x="200" y="7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39B0C6A-95C2-4DD0-BD33-3444F4278F0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B166F17-3B3B-00D2-CFC6-C8E0D742402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721B308-E875-3E07-9E05-FC31E6E8D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E762-8340-AB4A-B7DF-EAC47D168B3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2FFF46-91DD-733E-E353-0B2E7CA8E2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8743AD8-D439-F0CE-0154-0DF01CCD2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78DCC-27EA-4C42-BD78-4B98A9C9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918136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623536-82FE-99FD-6603-ADCD085BD3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C1CA065-AB8E-4019-BEF3-261CD5FE262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E00F9D7-960D-4B33-D60F-DD1090FD0D7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E762-8340-AB4A-B7DF-EAC47D168B3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BF69508-9D00-22B1-347B-9E389594CD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32D502-66E9-87C7-0C8B-DA9B0D9C65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78DCC-27EA-4C42-BD78-4B98A9C9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53740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2E96E86-FC52-E06A-9BAF-AD37E41B6F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D4FFC27-2423-8AC3-4AD0-BEBBAB422A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72B8B25-17E8-DC89-8A91-048AEDADC3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E762-8340-AB4A-B7DF-EAC47D168B3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B2BAA78-1638-EFD0-EEE0-451DD41543F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FF707F-C460-578D-6E32-2A51041B60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78DCC-27EA-4C42-BD78-4B98A9C9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1899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A7E408-45B0-E65B-7F8A-1DD3B6484B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BB86793-E3EC-9621-EEEE-52488531A10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F4B7568-1AA0-BF42-0D36-29D041038E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FC2027A-2150-2414-A37D-F614087985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E762-8340-AB4A-B7DF-EAC47D168B3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3362BDD-3FC8-5E74-21EE-17C6D57CA1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03096BB-1A9E-DBC1-7DDC-4D39134CA8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78DCC-27EA-4C42-BD78-4B98A9C9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981405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7D3D5A-C1AF-89C4-7498-5771445D14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9880A36-1623-9A53-8A76-3BBDC4EE970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EB70BE7-9B76-BFAE-058B-2AE1E2AA6C1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33881D78-43BE-9B84-2E03-0CC9A99D0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0F0B6B1-99F5-43D2-118A-867AC1D434F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53E63B32-5C1A-F8E6-7EFF-DD53818AEF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E762-8340-AB4A-B7DF-EAC47D168B3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53775EC-6E2D-AC2C-B2E6-C496055D713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63B3007-BA7C-AD5B-4D4C-6E44B579B7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78DCC-27EA-4C42-BD78-4B98A9C9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940150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BBC46A-F988-7BEF-3ABA-5D2186B679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1CD5C13-581D-00D2-D8B3-AED4DF6B87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E762-8340-AB4A-B7DF-EAC47D168B3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B40D62D-53AB-3D3D-6632-FC875B8BA1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EF0CCDD-2ECE-825C-ABBD-AC69952D1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78DCC-27EA-4C42-BD78-4B98A9C9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093250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9D3A21-1570-C606-24B9-B7E7151B7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E762-8340-AB4A-B7DF-EAC47D168B3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3FE3326-2058-C6AF-BCA5-6B60E8682B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610A653-5E21-2032-2E0A-DC953BE7F5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78DCC-27EA-4C42-BD78-4B98A9C9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73231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619715-3C0C-FF61-B498-7C234EE161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7EFAA0-F6A2-2FDA-B735-108C1E9C980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29AAB94-D423-D378-A56E-9B1F1EFCE96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62652C8-4DBA-A436-CF42-798AC20482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E762-8340-AB4A-B7DF-EAC47D168B3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18D6A0E-D71F-4BF3-76FF-400A57B69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CEA7C14-FBD2-E2F9-897C-6E76BD0387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78DCC-27EA-4C42-BD78-4B98A9C9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275401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3BBAA-E562-D2A7-5B6A-E97D4F643B2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5CDF879-4994-7609-F0F3-E350C4773CD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A8FF653-B682-2C36-B1A1-D7EE52F4B9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CAAB21A-4374-748F-9276-6B9DE97D91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E762-8340-AB4A-B7DF-EAC47D168B3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562A06-1F36-D316-CCED-E3999954B6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4D897AC-4DA6-6C04-7F4D-47BEF9B99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78DCC-27EA-4C42-BD78-4B98A9C9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696595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A5D8B1-07D3-B955-39DA-8038110883F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4C6B8FF-06C2-A0DB-E588-62A11D0D24A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C8C2B2D-53EE-20AB-5C88-7D6A0F683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E762-8340-AB4A-B7DF-EAC47D168B3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51212BD-6744-0D6D-16E3-0643EF8164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D93BFB-D2D1-5808-1E40-91E14CD6CF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78DCC-27EA-4C42-BD78-4B98A9C9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729182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A8AA9583-AF36-98DD-1BF4-5B899987E05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A0D2C2-11E2-870E-06F7-65ACFA562ED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851C547-F31F-0A20-A693-2DF4A81310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C30E762-8340-AB4A-B7DF-EAC47D168B3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D31D4C-9320-CFDC-E4AD-A6F5CEE822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669609A-E55E-88CF-FAF9-2F6C5D4560B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E78DCC-27EA-4C42-BD78-4B98A9C9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784795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B3631A4-EE3F-D302-5E2C-EA1FB0418D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596CD1F-2788-C1F1-87E9-CDD2736FB3B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CB9B6C-9D36-8936-E0AE-0F4CAE5DCD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C30E762-8340-AB4A-B7DF-EAC47D168B35}" type="datetimeFigureOut">
              <a:rPr lang="en-US" smtClean="0"/>
              <a:t>3/24/26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F5685B3-5896-DA23-07A7-B4DD07E8ED8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E4AD5C1-EE93-9753-FF19-4923CF0B8A4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1E78DCC-27EA-4C42-BD78-4B98A9C9C0A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44892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7" Type="http://schemas.openxmlformats.org/officeDocument/2006/relationships/image" Target="../media/image6.emf"/><Relationship Id="rId2" Type="http://schemas.openxmlformats.org/officeDocument/2006/relationships/image" Target="../media/image1.emf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emf"/><Relationship Id="rId5" Type="http://schemas.openxmlformats.org/officeDocument/2006/relationships/image" Target="../media/image4.emf"/><Relationship Id="rId4" Type="http://schemas.openxmlformats.org/officeDocument/2006/relationships/image" Target="../media/image3.emf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emf"/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emf"/><Relationship Id="rId2" Type="http://schemas.openxmlformats.org/officeDocument/2006/relationships/image" Target="../media/image11.emf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C93F1-68EE-F821-661D-4384B525D290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58C6D2-C07D-F1EC-E3BD-7542FC218E4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583948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BB5772A9-4C04-50A4-A612-119919DE684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rcRect l="51661" b="52611"/>
          <a:stretch>
            <a:fillRect/>
          </a:stretch>
        </p:blipFill>
        <p:spPr>
          <a:xfrm>
            <a:off x="3892083" y="2032259"/>
            <a:ext cx="2298796" cy="1521199"/>
          </a:xfr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75746D2-927C-7CB2-AC34-41BCA7258EE3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4661" b="52238"/>
          <a:stretch>
            <a:fillRect/>
          </a:stretch>
        </p:blipFill>
        <p:spPr>
          <a:xfrm>
            <a:off x="988804" y="2032259"/>
            <a:ext cx="2043368" cy="1453013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9E94E4B0-0883-B310-FC0D-4A27FBCF965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1739" y="552369"/>
            <a:ext cx="5733781" cy="1290101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D6C724CD-E79A-886E-55B2-0776BBF83D25}"/>
              </a:ext>
            </a:extLst>
          </p:cNvPr>
          <p:cNvSpPr txBox="1"/>
          <p:nvPr/>
        </p:nvSpPr>
        <p:spPr>
          <a:xfrm>
            <a:off x="760204" y="287079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a)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791CD8B-8A71-8122-EE22-AC959A905003}"/>
              </a:ext>
            </a:extLst>
          </p:cNvPr>
          <p:cNvSpPr txBox="1"/>
          <p:nvPr/>
        </p:nvSpPr>
        <p:spPr>
          <a:xfrm>
            <a:off x="760204" y="1878371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b)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C30384C-182D-E923-EA10-CF661FEF7AB1}"/>
              </a:ext>
            </a:extLst>
          </p:cNvPr>
          <p:cNvSpPr txBox="1"/>
          <p:nvPr/>
        </p:nvSpPr>
        <p:spPr>
          <a:xfrm>
            <a:off x="3663483" y="1878371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c)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A7545691-4A4E-F5E6-F041-5109BB680D46}"/>
              </a:ext>
            </a:extLst>
          </p:cNvPr>
          <p:cNvSpPr txBox="1"/>
          <p:nvPr/>
        </p:nvSpPr>
        <p:spPr>
          <a:xfrm>
            <a:off x="9250326" y="287079"/>
            <a:ext cx="2477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3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8E40F0A7-41D8-985A-301F-9F9FA87CF30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1739" y="3783919"/>
            <a:ext cx="5733781" cy="129010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46F3FCE-5702-800B-03AA-A31B58932D99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 l="51316" b="52659"/>
          <a:stretch>
            <a:fillRect/>
          </a:stretch>
        </p:blipFill>
        <p:spPr>
          <a:xfrm>
            <a:off x="988804" y="5218778"/>
            <a:ext cx="2213656" cy="1453013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675DD07E-2022-F81C-48DA-A4D03958D512}"/>
              </a:ext>
            </a:extLst>
          </p:cNvPr>
          <p:cNvPicPr>
            <a:picLocks noChangeAspect="1"/>
          </p:cNvPicPr>
          <p:nvPr/>
        </p:nvPicPr>
        <p:blipFill>
          <a:blip r:embed="rId7"/>
          <a:srcRect l="51157" b="52659"/>
          <a:stretch>
            <a:fillRect/>
          </a:stretch>
        </p:blipFill>
        <p:spPr>
          <a:xfrm>
            <a:off x="3892083" y="5151229"/>
            <a:ext cx="2325105" cy="1521199"/>
          </a:xfrm>
          <a:prstGeom prst="rect">
            <a:avLst/>
          </a:prstGeom>
        </p:spPr>
      </p:pic>
      <p:sp>
        <p:nvSpPr>
          <p:cNvPr id="15" name="TextBox 14">
            <a:extLst>
              <a:ext uri="{FF2B5EF4-FFF2-40B4-BE49-F238E27FC236}">
                <a16:creationId xmlns:a16="http://schemas.microsoft.com/office/drawing/2014/main" id="{74ABBF54-DC57-B842-674A-BF3CD22D0C5F}"/>
              </a:ext>
            </a:extLst>
          </p:cNvPr>
          <p:cNvSpPr txBox="1"/>
          <p:nvPr/>
        </p:nvSpPr>
        <p:spPr>
          <a:xfrm>
            <a:off x="760204" y="3473597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e)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F47F4FBF-6D00-D244-E4B1-DC2DF8790FE6}"/>
              </a:ext>
            </a:extLst>
          </p:cNvPr>
          <p:cNvSpPr txBox="1"/>
          <p:nvPr/>
        </p:nvSpPr>
        <p:spPr>
          <a:xfrm>
            <a:off x="760204" y="5064889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f)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1828B260-D483-FAB2-8E49-94D8DACD1EDF}"/>
              </a:ext>
            </a:extLst>
          </p:cNvPr>
          <p:cNvSpPr txBox="1"/>
          <p:nvPr/>
        </p:nvSpPr>
        <p:spPr>
          <a:xfrm>
            <a:off x="3663483" y="5064889"/>
            <a:ext cx="45720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dirty="0"/>
              <a:t>g)</a:t>
            </a:r>
          </a:p>
        </p:txBody>
      </p:sp>
    </p:spTree>
    <p:extLst>
      <p:ext uri="{BB962C8B-B14F-4D97-AF65-F5344CB8AC3E}">
        <p14:creationId xmlns:p14="http://schemas.microsoft.com/office/powerpoint/2010/main" val="40254758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7BD5783F-1878-DC99-6A0A-81CB584D6ED3}"/>
              </a:ext>
            </a:extLst>
          </p:cNvPr>
          <p:cNvSpPr txBox="1"/>
          <p:nvPr/>
        </p:nvSpPr>
        <p:spPr>
          <a:xfrm>
            <a:off x="9250326" y="287079"/>
            <a:ext cx="2477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4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48AD5F-E8B4-12C6-085E-7F38C5BCD3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2150" y="1022350"/>
            <a:ext cx="3568700" cy="53975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D16E0DE5-11CC-C436-9074-232328BAD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0721" y="1022350"/>
            <a:ext cx="651510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117400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AA43E4E-9E00-9FE9-7BD9-98972923804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F8C6360-04C6-19D9-4829-76A66AB7793E}"/>
              </a:ext>
            </a:extLst>
          </p:cNvPr>
          <p:cNvSpPr txBox="1"/>
          <p:nvPr/>
        </p:nvSpPr>
        <p:spPr>
          <a:xfrm>
            <a:off x="9250326" y="287079"/>
            <a:ext cx="2477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5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FED58D5-DD0B-95ED-8F43-5ED41FE4D87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38053" y="1022350"/>
            <a:ext cx="3556000" cy="5384800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01F64BD-2A22-4E2D-7C8C-276DAD777FF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2953" y="1022350"/>
            <a:ext cx="651510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464903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43A3824-FF84-C92A-E4EB-B66A494B42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931F22D3-8D33-A7BD-21C7-7389F8C203EB}"/>
              </a:ext>
            </a:extLst>
          </p:cNvPr>
          <p:cNvSpPr txBox="1"/>
          <p:nvPr/>
        </p:nvSpPr>
        <p:spPr>
          <a:xfrm>
            <a:off x="9250326" y="287079"/>
            <a:ext cx="247738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Fig A2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621E5C2B-4112-E413-D8C3-18B0D363C09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00285" y="1184582"/>
            <a:ext cx="3556000" cy="5384800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4F52FB1D-518E-AD50-7A5C-CE6E0F54EFD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185" y="1184582"/>
            <a:ext cx="6515100" cy="48133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403130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1063</TotalTime>
  <Words>20</Words>
  <Application>Microsoft Macintosh PowerPoint</Application>
  <PresentationFormat>Widescreen</PresentationFormat>
  <Paragraphs>10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Aptos</vt:lpstr>
      <vt:lpstr>Aptos Display</vt:lpstr>
      <vt:lpstr>Arial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 Jong, Emily Katherine</dc:creator>
  <cp:lastModifiedBy>de Jong, Emily Katherine</cp:lastModifiedBy>
  <cp:revision>6</cp:revision>
  <dcterms:created xsi:type="dcterms:W3CDTF">2025-12-10T01:26:06Z</dcterms:created>
  <dcterms:modified xsi:type="dcterms:W3CDTF">2026-03-24T23:51:58Z</dcterms:modified>
</cp:coreProperties>
</file>